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6042f05-6fa2-ff66-07c5-3a35e909dfd9}">
          <p14:sldIdLst>
            <p14:sldId id="256"/>
          </p14:sldIdLst>
        </p14:section>
        <p14:section name="Problem &amp; Solution" id="{1173c98f-7ef2-e517-fbb7-048550fded83}">
          <p14:sldIdLst>
            <p14:sldId id="257"/>
            <p14:sldId id="258"/>
          </p14:sldIdLst>
        </p14:section>
        <p14:section name="Product" id="{c8c1a59c-b530-d2d2-1652-37d3fe78deb1}">
          <p14:sldIdLst>
            <p14:sldId id="259"/>
            <p14:sldId id="260"/>
            <p14:sldId id="261"/>
            <p14:sldId id="262"/>
          </p14:sldIdLst>
        </p14:section>
        <p14:section name="Impact" id="{300f237c-7b7f-8b2f-56ee-d6e6bf324138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everyone is an expert at something and a beginner at something else. SkillSwap lets them trade.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online is passive, and expertise is scattered across people who never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30 minutes of Python, earn 30 credits, spend them learning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 teal"/>
          <p:cNvSpPr/>
          <p:nvPr/>
        </p:nvSpPr>
        <p:spPr>
          <a:xfrm>
            <a:off x="6035040" y="822960"/>
            <a:ext cx="2743200" cy="2743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Deco circle amber"/>
          <p:cNvSpPr/>
          <p:nvPr/>
        </p:nvSpPr>
        <p:spPr>
          <a:xfrm>
            <a:off x="7223760" y="2377440"/>
            <a:ext cx="2011680" cy="2011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Swap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508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</a:rPr>
              <a:t>HACKATHON PROJECT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25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SkillSwap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23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Teach what you know. Learn what you need.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83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 P2P peer knowledge &amp; micro-mentorship exchange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Presented by Ansh Tiwari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Icon circle 1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651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learning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08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Courses and pre-recorded videos are passive. There is no personal, human-to-human guidance when you get stuck.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4983480" y="169164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8470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2651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stuck in silos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3108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person knows Python well, another excels at C or web dev. There is no structured way to trade expertise.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Barter Knowledge</a:t>
            </a:r>
            <a:endParaRPr lang="en-US" sz="3400" dirty="0"/>
          </a:p>
        </p:txBody>
      </p:sp>
      <p:sp>
        <p:nvSpPr>
          <p:cNvPr id="3" name="Flow card 1"/>
          <p:cNvSpPr/>
          <p:nvPr/>
        </p:nvSpPr>
        <p:spPr>
          <a:xfrm>
            <a:off x="457200" y="1463040"/>
            <a:ext cx="22860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Flow icon circle 1"/>
          <p:cNvSpPr/>
          <p:nvPr/>
        </p:nvSpPr>
        <p:spPr>
          <a:xfrm>
            <a:off x="128016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Flow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teach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30 min of Python</a:t>
            </a:r>
            <a:endParaRPr lang="en-US" sz="1600" dirty="0"/>
          </a:p>
        </p:txBody>
      </p:sp>
      <p:sp>
        <p:nvSpPr>
          <p:cNvPr id="8" name="Flow arrow 1"/>
          <p:cNvSpPr/>
          <p:nvPr/>
        </p:nvSpPr>
        <p:spPr>
          <a:xfrm>
            <a:off x="2788920" y="2286000"/>
            <a:ext cx="36576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9" name="Flow card 2"/>
          <p:cNvSpPr/>
          <p:nvPr/>
        </p:nvSpPr>
        <p:spPr>
          <a:xfrm>
            <a:off x="3657600" y="1463040"/>
            <a:ext cx="22860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Flow icon circle 2"/>
          <p:cNvSpPr/>
          <p:nvPr/>
        </p:nvSpPr>
        <p:spPr>
          <a:xfrm>
            <a:off x="4480560" y="16459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Flow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earn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30 Time-Credits</a:t>
            </a:r>
            <a:endParaRPr lang="en-US" sz="1600" dirty="0"/>
          </a:p>
        </p:txBody>
      </p:sp>
      <p:sp>
        <p:nvSpPr>
          <p:cNvPr id="14" name="Flow arrow 2"/>
          <p:cNvSpPr/>
          <p:nvPr/>
        </p:nvSpPr>
        <p:spPr>
          <a:xfrm>
            <a:off x="5989320" y="2286000"/>
            <a:ext cx="365760" cy="36576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5" name="Flow card 3"/>
          <p:cNvSpPr/>
          <p:nvPr/>
        </p:nvSpPr>
        <p:spPr>
          <a:xfrm>
            <a:off x="6858000" y="1463040"/>
            <a:ext cx="22860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Flow icon circle 3"/>
          <p:cNvSpPr/>
          <p:nvPr/>
        </p:nvSpPr>
        <p:spPr>
          <a:xfrm>
            <a:off x="7680960" y="164592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7" name="Flow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783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580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learn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30 min of C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Time-Credit economy: no money, just time. One hour of teaching buys one hour of learning.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Feature icon circle 1"/>
          <p:cNvSpPr/>
          <p:nvPr/>
        </p:nvSpPr>
        <p:spPr>
          <a:xfrm>
            <a:off x="731520" y="164592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Featur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374904" cy="374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Matching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Pairs users by what they want to learn and what they can teach.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Feature icon circle 2"/>
          <p:cNvSpPr/>
          <p:nvPr/>
        </p:nvSpPr>
        <p:spPr>
          <a:xfrm>
            <a:off x="4937760" y="164592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0" name="Featur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801368"/>
            <a:ext cx="374904" cy="374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Workspace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code editor, video chat and whiteboard in one room.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Feature icon circle 3"/>
          <p:cNvSpPr/>
          <p:nvPr/>
        </p:nvSpPr>
        <p:spPr>
          <a:xfrm>
            <a:off x="731520" y="324612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Featur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401568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Reputation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474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Ratings, badges and endorsements after every session.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9" name="Feature icon circle 4"/>
          <p:cNvSpPr/>
          <p:nvPr/>
        </p:nvSpPr>
        <p:spPr>
          <a:xfrm>
            <a:off x="4937760" y="3246120"/>
            <a:ext cx="685800" cy="6858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0" name="Featur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401568"/>
            <a:ext cx="374904" cy="3749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5216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Micro-Mentoring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852160" y="3474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Quick 20 to 30 minute sessions for targeted help.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Matching Engine</a:t>
            </a:r>
            <a:endParaRPr lang="en-US" sz="3400" dirty="0"/>
          </a:p>
        </p:txBody>
      </p:sp>
      <p:sp>
        <p:nvSpPr>
          <p:cNvPr id="3" name="Profile card 1"/>
          <p:cNvSpPr/>
          <p:nvPr/>
        </p:nvSpPr>
        <p:spPr>
          <a:xfrm>
            <a:off x="457200" y="1280160"/>
            <a:ext cx="329184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Avatar 1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Avatar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OFFERS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WANTS</a:t>
            </a:r>
            <a:endParaRPr lang="en-US" sz="1200" dirty="0"/>
          </a:p>
        </p:txBody>
      </p:sp>
      <p:sp>
        <p:nvSpPr>
          <p:cNvPr id="9" name="Offer pill 1"/>
          <p:cNvSpPr/>
          <p:nvPr/>
        </p:nvSpPr>
        <p:spPr>
          <a:xfrm>
            <a:off x="731520" y="265176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Python</a:t>
            </a:r>
            <a:endParaRPr lang="en-US" sz="1600" dirty="0"/>
          </a:p>
        </p:txBody>
      </p:sp>
      <p:sp>
        <p:nvSpPr>
          <p:cNvPr id="11" name="Want pill 1"/>
          <p:cNvSpPr/>
          <p:nvPr/>
        </p:nvSpPr>
        <p:spPr>
          <a:xfrm>
            <a:off x="2194560" y="2651760"/>
            <a:ext cx="128016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9456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C</a:t>
            </a:r>
            <a:endParaRPr lang="en-US" sz="1600" dirty="0"/>
          </a:p>
        </p:txBody>
      </p:sp>
      <p:sp>
        <p:nvSpPr>
          <p:cNvPr id="13" name="Profile card 2"/>
          <p:cNvSpPr/>
          <p:nvPr/>
        </p:nvSpPr>
        <p:spPr>
          <a:xfrm>
            <a:off x="5394960" y="1280160"/>
            <a:ext cx="329184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Avatar 2"/>
          <p:cNvSpPr/>
          <p:nvPr/>
        </p:nvSpPr>
        <p:spPr>
          <a:xfrm>
            <a:off x="5669280" y="150876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5" name="Avatar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6184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0080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B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OFFERS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WANTS</a:t>
            </a:r>
            <a:endParaRPr lang="en-US" sz="1200" dirty="0"/>
          </a:p>
        </p:txBody>
      </p:sp>
      <p:sp>
        <p:nvSpPr>
          <p:cNvPr id="19" name="Offer pill 2"/>
          <p:cNvSpPr/>
          <p:nvPr/>
        </p:nvSpPr>
        <p:spPr>
          <a:xfrm>
            <a:off x="5669280" y="265176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66928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1" name="Want pill 2"/>
          <p:cNvSpPr/>
          <p:nvPr/>
        </p:nvSpPr>
        <p:spPr>
          <a:xfrm>
            <a:off x="7132320" y="2651760"/>
            <a:ext cx="128016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13232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Python</a:t>
            </a:r>
            <a:endParaRPr lang="en-US" sz="1600" dirty="0"/>
          </a:p>
        </p:txBody>
      </p:sp>
      <p:sp>
        <p:nvSpPr>
          <p:cNvPr id="23" name="Match circle"/>
          <p:cNvSpPr/>
          <p:nvPr/>
        </p:nvSpPr>
        <p:spPr>
          <a:xfrm>
            <a:off x="4069080" y="2148840"/>
            <a:ext cx="1005840" cy="10058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Matc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4231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65760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Match found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offers what B wants, and B offers what A wants.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Shared Workspace</a:t>
            </a:r>
            <a:endParaRPr lang="en-US" sz="3400" dirty="0"/>
          </a:p>
        </p:txBody>
      </p:sp>
      <p:sp>
        <p:nvSpPr>
          <p:cNvPr id="3" name="Workspace window"/>
          <p:cNvSpPr/>
          <p:nvPr/>
        </p:nvSpPr>
        <p:spPr>
          <a:xfrm>
            <a:off x="457200" y="1234440"/>
            <a:ext cx="8229600" cy="292608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Editor pane 1"/>
          <p:cNvSpPr/>
          <p:nvPr/>
        </p:nvSpPr>
        <p:spPr>
          <a:xfrm>
            <a:off x="640080" y="1417320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/>
        </p:spPr>
      </p:sp>
      <p:sp>
        <p:nvSpPr>
          <p:cNvPr id="5" name="Lang tag 1"/>
          <p:cNvSpPr/>
          <p:nvPr/>
        </p:nvSpPr>
        <p:spPr>
          <a:xfrm>
            <a:off x="777240" y="1554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 2,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nums.append(4)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print(nums)</a:t>
            </a:r>
            <a:endParaRPr lang="en-US" sz="1200" dirty="0"/>
          </a:p>
        </p:txBody>
      </p:sp>
      <p:sp>
        <p:nvSpPr>
          <p:cNvPr id="8" name="Editor pane 2"/>
          <p:cNvSpPr/>
          <p:nvPr/>
        </p:nvSpPr>
        <p:spPr>
          <a:xfrm>
            <a:off x="3246120" y="1417320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/>
        </p:spPr>
      </p:sp>
      <p:sp>
        <p:nvSpPr>
          <p:cNvPr id="9" name="Lang tag 2"/>
          <p:cNvSpPr/>
          <p:nvPr/>
        </p:nvSpPr>
        <p:spPr>
          <a:xfrm>
            <a:off x="3383280" y="1554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574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&amp;x;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*p);</a:t>
            </a:r>
            <a:endParaRPr lang="en-US" sz="1200" dirty="0"/>
          </a:p>
        </p:txBody>
      </p:sp>
      <p:sp>
        <p:nvSpPr>
          <p:cNvPr id="12" name="Video tile"/>
          <p:cNvSpPr/>
          <p:nvPr/>
        </p:nvSpPr>
        <p:spPr>
          <a:xfrm>
            <a:off x="5943600" y="14173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</p:spPr>
      </p:sp>
      <p:sp>
        <p:nvSpPr>
          <p:cNvPr id="13" name="Video avatar"/>
          <p:cNvSpPr/>
          <p:nvPr/>
        </p:nvSpPr>
        <p:spPr>
          <a:xfrm>
            <a:off x="6903720" y="16002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Vide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75564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9436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Live video chat</a:t>
            </a:r>
            <a:endParaRPr lang="en-US" sz="1200" dirty="0"/>
          </a:p>
        </p:txBody>
      </p:sp>
      <p:sp>
        <p:nvSpPr>
          <p:cNvPr id="16" name="Whiteboard tile"/>
          <p:cNvSpPr/>
          <p:nvPr/>
        </p:nvSpPr>
        <p:spPr>
          <a:xfrm>
            <a:off x="5943600" y="27889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/>
        </p:spPr>
      </p:sp>
      <p:sp>
        <p:nvSpPr>
          <p:cNvPr id="17" name="Sketch line 1"/>
          <p:cNvSpPr/>
          <p:nvPr/>
        </p:nvSpPr>
        <p:spPr>
          <a:xfrm>
            <a:off x="6217920" y="3017520"/>
            <a:ext cx="731520" cy="27432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18" name="Sketch box"/>
          <p:cNvSpPr/>
          <p:nvPr/>
        </p:nvSpPr>
        <p:spPr>
          <a:xfrm>
            <a:off x="7132320" y="2926080"/>
            <a:ext cx="640080" cy="411480"/>
          </a:xfrm>
          <a:prstGeom prst="rect">
            <a:avLst/>
          </a:prstGeom>
          <a:ln w="3175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Shared whiteboard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Synchronized multi-language code editor, live video and whiteboard for joint problem-solving.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Reputation &amp; Micro-Sessions</a:t>
            </a:r>
            <a:endParaRPr lang="en-US" sz="3400" dirty="0"/>
          </a:p>
        </p:txBody>
      </p:sp>
      <p:sp>
        <p:nvSpPr>
          <p:cNvPr id="3" name="Trust card"/>
          <p:cNvSpPr/>
          <p:nvPr/>
        </p:nvSpPr>
        <p:spPr>
          <a:xfrm>
            <a:off x="457200" y="1280160"/>
            <a:ext cx="484632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 after every session</a:t>
            </a:r>
            <a:endParaRPr lang="en-US" sz="1800" dirty="0"/>
          </a:p>
        </p:txBody>
      </p:sp>
      <p:sp>
        <p:nvSpPr>
          <p:cNvPr id="5" name="Trust icon circle 1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Trus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2311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03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Peer-review ratings</a:t>
            </a:r>
            <a:endParaRPr lang="en-US" sz="1600" dirty="0"/>
          </a:p>
        </p:txBody>
      </p:sp>
      <p:sp>
        <p:nvSpPr>
          <p:cNvPr id="8" name="Trust icon circle 2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9" name="Trus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0083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Milestone badges</a:t>
            </a:r>
            <a:endParaRPr lang="en-US" sz="1600" dirty="0"/>
          </a:p>
        </p:txBody>
      </p:sp>
      <p:sp>
        <p:nvSpPr>
          <p:cNvPr id="11" name="Trust icon circle 3"/>
          <p:cNvSpPr/>
          <p:nvPr/>
        </p:nvSpPr>
        <p:spPr>
          <a:xfrm>
            <a:off x="777240" y="3657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Trus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7856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657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Skill endorsements</a:t>
            </a:r>
            <a:endParaRPr lang="en-US" sz="1600" dirty="0"/>
          </a:p>
        </p:txBody>
      </p:sp>
      <p:sp>
        <p:nvSpPr>
          <p:cNvPr id="14" name="Micro stat card"/>
          <p:cNvSpPr/>
          <p:nvPr/>
        </p:nvSpPr>
        <p:spPr>
          <a:xfrm>
            <a:off x="5577840" y="128016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557784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20-30</a:t>
            </a:r>
            <a:endParaRPr lang="en-US" sz="6000" dirty="0"/>
          </a:p>
        </p:txBody>
      </p:sp>
      <p:sp>
        <p:nvSpPr>
          <p:cNvPr id="16" name="Text 11"/>
          <p:cNvSpPr txBox="1"/>
          <p:nvPr/>
        </p:nvSpPr>
        <p:spPr>
          <a:xfrm>
            <a:off x="55778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minutes per session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852160" y="3108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DFA"/>
                </a:solidFill>
              </a:rPr>
              <a:t>Debug a C pointer issue. Understand Python lists. Then you're done.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SkillSwap Wins</a:t>
            </a:r>
            <a:endParaRPr lang="en-US" sz="3400" dirty="0"/>
          </a:p>
        </p:txBody>
      </p:sp>
      <p:sp>
        <p:nvSpPr>
          <p:cNvPr id="3" name="Win card 1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Win icon circle 1"/>
          <p:cNvSpPr/>
          <p:nvPr/>
        </p:nvSpPr>
        <p:spPr>
          <a:xfrm>
            <a:off x="777240" y="15544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Win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190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twist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08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Turns passive learners into active creators and teachers, the heart of open innovation.</a:t>
            </a:r>
            <a:endParaRPr lang="en-US" sz="1400" dirty="0"/>
          </a:p>
        </p:txBody>
      </p:sp>
      <p:sp>
        <p:nvSpPr>
          <p:cNvPr id="8" name="Win card 2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9" name="Win icon circle 2"/>
          <p:cNvSpPr/>
          <p:nvPr/>
        </p:nvSpPr>
        <p:spPr>
          <a:xfrm>
            <a:off x="3611880" y="155448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Win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171907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188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viral loop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11880" y="3108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 get help you must give help, so the user base and peer network grow naturally.</a:t>
            </a:r>
            <a:endParaRPr lang="en-US" sz="1400" dirty="0"/>
          </a:p>
        </p:txBody>
      </p:sp>
      <p:sp>
        <p:nvSpPr>
          <p:cNvPr id="13" name="Win card 3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Win icon circle 3"/>
          <p:cNvSpPr/>
          <p:nvPr/>
        </p:nvSpPr>
        <p:spPr>
          <a:xfrm>
            <a:off x="6446520" y="1554480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5" name="Win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71907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46520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demo potential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3108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Match two mock profiles, then open a live Python and C editor side by side.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circle"/>
          <p:cNvSpPr/>
          <p:nvPr/>
        </p:nvSpPr>
        <p:spPr>
          <a:xfrm>
            <a:off x="6309360" y="1005840"/>
            <a:ext cx="2377440" cy="2377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Closing circle small"/>
          <p:cNvSpPr/>
          <p:nvPr/>
        </p:nvSpPr>
        <p:spPr>
          <a:xfrm>
            <a:off x="5669280" y="2651760"/>
            <a:ext cx="1463040" cy="14630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" name="Clos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002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by teaching.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SkillSwap: where every learner is also a mentor.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Ansh Tiwari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GitHub: AceAnsh  |  anshtiwari0072308@gmail.com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Swap">
  <a:themeElements>
    <a:clrScheme name="SkillSwap">
      <a:dk1>
        <a:srgbClr val="0F172A"/>
      </a:dk1>
      <a:lt1>
        <a:srgbClr val="FFFFFF"/>
      </a:lt1>
      <a:dk2>
        <a:srgbClr val="334155"/>
      </a:dk2>
      <a:lt2>
        <a:srgbClr val="F1F5F9"/>
      </a:lt2>
      <a:accent1>
        <a:srgbClr val="0D9488"/>
      </a:accent1>
      <a:accent2>
        <a:srgbClr val="F59E0B"/>
      </a:accent2>
      <a:accent3>
        <a:srgbClr val="6366F1"/>
      </a:accent3>
      <a:accent4>
        <a:srgbClr val="EF4444"/>
      </a:accent4>
      <a:accent5>
        <a:srgbClr val="22C55E"/>
      </a:accent5>
      <a:accent6>
        <a:srgbClr val="0EA5E9"/>
      </a:accent6>
      <a:hlink>
        <a:srgbClr val="0D9488"/>
      </a:hlink>
      <a:folHlink>
        <a:srgbClr val="6366F1"/>
      </a:folHlink>
    </a:clrScheme>
    <a:fontScheme name="SkillSw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SkillSwap</dc:title>
  <dc:subject>PptxGenJS Presentation</dc:subject>
  <dc:creator>Ansh Tiwari</dc:creator>
  <cp:lastModifiedBy>Ansh Tiwari</cp:lastModifiedBy>
  <cp:revision>1</cp:revision>
  <dcterms:created xsi:type="dcterms:W3CDTF">2026-10-14T11:03:38Z</dcterms:created>
  <dcterms:modified xsi:type="dcterms:W3CDTF">2026-10-14T11:03:38Z</dcterms:modified>
</cp:coreProperties>
</file>